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Host Grotesk Medium" panose="020B0604020202020204" charset="0"/>
      <p:regular r:id="rId12"/>
    </p:embeddedFont>
    <p:embeddedFont>
      <p:font typeface="Roboto" panose="02000000000000000000" pitchFamily="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50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646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2428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1308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0088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991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1812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7270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893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761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843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5468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474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51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340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073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41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70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16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60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79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50168"/>
            <a:ext cx="72698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 Attendance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9910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solution to track daily and subject-wise attendance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47094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Challenge of Traditional Attendance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attendance methods, often relying on paper registers, pose significant challenges in educational institutions: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510195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attendance is </a:t>
            </a:r>
            <a:r>
              <a:rPr lang="en-US" sz="160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time-consuming and prone to human errors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200995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include proxy attendance and delayed reporting, compromising data integrity.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891796"/>
            <a:ext cx="634210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Teachers spend valuable class time on administrative tasks, detracting from core teaching responsibilities.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5121"/>
            <a:ext cx="90064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Accurate Attendance Matters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74062"/>
            <a:ext cx="4196358" cy="2365653"/>
          </a:xfrm>
          <a:prstGeom prst="roundRect">
            <a:avLst>
              <a:gd name="adj" fmla="val 618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874062"/>
            <a:ext cx="121920" cy="23656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5131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 Performance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5621774"/>
            <a:ext cx="359033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attendance directly impacts student academic performance and fosters discipline.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4874062"/>
            <a:ext cx="4196358" cy="2365653"/>
          </a:xfrm>
          <a:prstGeom prst="roundRect">
            <a:avLst>
              <a:gd name="adj" fmla="val 618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4874062"/>
            <a:ext cx="121920" cy="23656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65696" y="5131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565696" y="5621774"/>
            <a:ext cx="359033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tracking leads to coordination issues and affects overall learning outcomes, creating administrative hurdles.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40133" y="4874062"/>
            <a:ext cx="4196358" cy="2365653"/>
          </a:xfrm>
          <a:prstGeom prst="roundRect">
            <a:avLst>
              <a:gd name="adj" fmla="val 618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53" y="4874062"/>
            <a:ext cx="121920" cy="23656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88868" y="5131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Informed Decisions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9988868" y="5621774"/>
            <a:ext cx="359033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Institutions require reliable attendance data for strategic decision-making and to ensure compliance with regulations.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265" y="316825"/>
            <a:ext cx="731615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Introducing the Automated Student Attendance System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3265" y="953453"/>
            <a:ext cx="818185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advanced system transforms attendance tracking with state-of-the-art technology: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3265" y="1230035"/>
            <a:ext cx="818185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Utilises </a:t>
            </a:r>
            <a:r>
              <a:rPr lang="en-US" sz="90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biometric technologies</a:t>
            </a: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such as fingerprint and facial recognition for precise identification.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3265" y="1443157"/>
            <a:ext cx="818185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attendance tracking is made possible by a strong digital platform that takes the place of laborious paper registers.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3265" y="1656278"/>
            <a:ext cx="818185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 an interface that is safe, quick, and easy to use, making it easy for administrators and teachers to use.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65" y="1958697"/>
            <a:ext cx="8181856" cy="818185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728" y="979289"/>
            <a:ext cx="5360908" cy="53609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938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It Works: Biometric &amp; Digital Integration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57105"/>
            <a:ext cx="1134070" cy="16243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783919"/>
            <a:ext cx="3150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Fingerprint Identification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27433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Fingerprint readers uniquely identify students, effectively eliminating proxy attendance scenarios.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81475"/>
            <a:ext cx="1134070" cy="16243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408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Facial Recognition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89870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facial recognition technology matches student faces with images stored in a secure database.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805845"/>
            <a:ext cx="1134070" cy="16243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6032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Instant Data Storage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523077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 data is instantly recorded and securely stored within the central system for easy access and retrieval.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4648"/>
            <a:ext cx="61075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 &amp; Benefits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07055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Automated Marking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3788807"/>
            <a:ext cx="541567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teacher workload and eliminates errors, allowing educators to focus on teaching.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107055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Instant Reports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3788807"/>
            <a:ext cx="541579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daily, monthly, and customisable attendance reports in real-time, aiding analysis.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7720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Multi-Level Access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57720" y="5604510"/>
            <a:ext cx="541567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tailored access for administrators, teachers, students, and parents, enhancing transparency.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Eco-Friendly System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5604510"/>
            <a:ext cx="541579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paperless solution that lowers maintenance costs and reduces environmental impact.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553" y="483632"/>
            <a:ext cx="7540823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Real-World Impact &amp; Efficiency Gains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5553" y="1384935"/>
            <a:ext cx="1339929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delivers tangible benefits, transforming daily operations: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5553" y="2004774"/>
            <a:ext cx="648509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Savings: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Saves educators hours of manual work each week, reallocating time to student engagement.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5553" y="2593777"/>
            <a:ext cx="648509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Accuracy: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Boasts 89%+ biometric recognition success rates, ensuring reliable data.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553" y="3182779"/>
            <a:ext cx="648509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&amp; Parent Access: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online attendance monitoring for better engagement and accountability.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5553" y="3771781"/>
            <a:ext cx="648509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 Enforcement: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Supports institutions in effectively enforcing attendance policies and standards.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71" y="2044422"/>
            <a:ext cx="6485096" cy="6485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817" y="1190863"/>
            <a:ext cx="5641538" cy="56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Scope &amp; Innovations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2817" y="2117527"/>
            <a:ext cx="1336476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potential for our attendance system continues to expand: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7" y="2709982"/>
            <a:ext cx="4353401" cy="217003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499" y="2709982"/>
            <a:ext cx="4353401" cy="217003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562" y="2709982"/>
            <a:ext cx="4353401" cy="2170033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32817" y="5201245"/>
            <a:ext cx="4334351" cy="542449"/>
          </a:xfrm>
          <a:prstGeom prst="roundRect">
            <a:avLst>
              <a:gd name="adj" fmla="val 48005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664381" y="5302925"/>
            <a:ext cx="27122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813554" y="5924431"/>
            <a:ext cx="2260402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Mobile Integration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13554" y="6315432"/>
            <a:ext cx="3972878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integration with mobile applications for flexible, remote attendance marking.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147905" y="5201245"/>
            <a:ext cx="4334470" cy="542449"/>
          </a:xfrm>
          <a:prstGeom prst="roundRect">
            <a:avLst>
              <a:gd name="adj" fmla="val 48005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179469" y="5302925"/>
            <a:ext cx="27122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5328642" y="5924431"/>
            <a:ext cx="2260402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AI-Powered Analytics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5328642" y="6315432"/>
            <a:ext cx="3972997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utilizing AI to identify irregularities in attendance and forecast patterns for preventative action.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663112" y="5201245"/>
            <a:ext cx="4334351" cy="542449"/>
          </a:xfrm>
          <a:prstGeom prst="roundRect">
            <a:avLst>
              <a:gd name="adj" fmla="val 48005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694676" y="5302925"/>
            <a:ext cx="27122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43849" y="5924431"/>
            <a:ext cx="2260402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Cloud Scalability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843849" y="6315432"/>
            <a:ext cx="3972878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Cloud-based architecture ensures scalability for large institutions and multi-campus setups.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AC592FB-F1EC-2957-4A94-9C2449912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2899"/>
            <a:ext cx="14708458" cy="829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66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469</Words>
  <Application>Microsoft Office PowerPoint</Application>
  <PresentationFormat>Custom</PresentationFormat>
  <Paragraphs>60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Host Grotesk Medium</vt:lpstr>
      <vt:lpstr>Calibri Light</vt:lpstr>
      <vt:lpstr>Roboto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Raparthi Jashwanth</cp:lastModifiedBy>
  <cp:revision>2</cp:revision>
  <dcterms:created xsi:type="dcterms:W3CDTF">2025-11-20T07:14:07Z</dcterms:created>
  <dcterms:modified xsi:type="dcterms:W3CDTF">2025-11-20T07:19:18Z</dcterms:modified>
</cp:coreProperties>
</file>